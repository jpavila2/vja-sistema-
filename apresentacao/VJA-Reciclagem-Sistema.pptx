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♻️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Reciclagem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846320" y="24688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compras, estoque 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— tudo num só lugar.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6035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por João Pedro · Itaguaí/RJ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hoje?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3383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74520" y="182880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810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99923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Catador chega. Atendente anota peso, material e valor no papel.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69080" y="1645920"/>
            <a:ext cx="3383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182880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810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69080" y="2578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51960" y="299923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manual, difícil de calcular, fácil de errar.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1645920"/>
            <a:ext cx="3383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06840" y="182880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18105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35240" y="25786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System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18120" y="2999232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atendente redigita tudo no programa pago, um por um.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0" y="2834640"/>
            <a:ext cx="457200" cy="320040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834640"/>
            <a:ext cx="457200" cy="320040"/>
          </a:xfrm>
          <a:prstGeom prst="rightArrow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572000"/>
            <a:ext cx="11183112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177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Resultado: retrabalho, erros de soma, perda de histórico e zero controle de estoque ou caixa físico.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feito pra VJA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do zero para substituir o papel e o Custom System,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respeitando exatamente como a operação funciona aqui.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 touch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3200400"/>
            <a:ext cx="2651760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em tempo real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3200400"/>
            <a:ext cx="2651760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3200400"/>
            <a:ext cx="2651760" cy="1463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3291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💵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23544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físico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via qualquer navegador · Online · Sem instalar nada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da Balança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catador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o nome, o sistema sugere. Ou cadastra rápido ali mesmo.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4436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944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9443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no material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2186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grandes com nome, emoji e preço. Feito pra tablet.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6849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968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9684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 o peso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2428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na tela, sem teclado físico. Aplica % de impureza.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99262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992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49926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526694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calculado automaticamente. Toca em PAGAR.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1371600"/>
            <a:ext cx="59436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1371600"/>
            <a:ext cx="5943600" cy="502920"/>
          </a:xfrm>
          <a:prstGeom prst="rect">
            <a:avLst/>
          </a:prstGeom>
          <a:solidFill>
            <a:srgbClr val="0C2436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0" y="1408176"/>
            <a:ext cx="5760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VJA Reciclagem  |  Compra — Balança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01168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Catador:  Seu Zé  ✓  Pagando para: Seu Zé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2359152"/>
            <a:ext cx="55778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248716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Toque no material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2834640"/>
            <a:ext cx="26517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Alumínio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R$5,50/kg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41080" y="2834640"/>
            <a:ext cx="26517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4108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R$32,00/kg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52160" y="3858768"/>
            <a:ext cx="26517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85876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R$0,90/kg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41080" y="3858768"/>
            <a:ext cx="26517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385876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R$0,80/kg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852160" y="4983480"/>
            <a:ext cx="557784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498348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FINALIZAR E PAGAR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2 E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e Estoque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53949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9105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do dia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240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completa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328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atendente vê todas as compras do dia e confirma.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429000"/>
            <a:ext cx="457200" cy="45720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3429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ou PIX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7216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 forma de pagamento real na conferência.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6177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4617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9103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com um clique. Estoque é estornado automaticamente.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155448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554480"/>
            <a:ext cx="5394960" cy="457200"/>
          </a:xfrm>
          <a:prstGeom prst="rect">
            <a:avLst/>
          </a:prstGeom>
          <a:solidFill>
            <a:srgbClr val="C49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59105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em tempo real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2240280"/>
            <a:ext cx="457200" cy="45720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12280" y="2240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sozinho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25328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compra confirmada entra no estoque automaticamente.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429000"/>
            <a:ext cx="457200" cy="45720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12280" y="3429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congelado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37216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do dia da compra fica registrado, mesmo se mudar depois.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4617720"/>
            <a:ext cx="457200" cy="45720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12280" y="4617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12280" y="49103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movimento registrado — nunca se perde uma entrada.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do Dia — Controle de Dinheiro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caixa físico: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874520"/>
            <a:ext cx="1965960" cy="822960"/>
          </a:xfrm>
          <a:prstGeom prst="rect">
            <a:avLst/>
          </a:prstGeom>
          <a:solidFill>
            <a:srgbClr val="0C2436"/>
          </a:solidFill>
          <a:ln w="12700">
            <a:solidFill>
              <a:srgbClr val="0C24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874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anterior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(contado ontem)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50592" y="187452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+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98064" y="1874520"/>
            <a:ext cx="196596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98064" y="1874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Saques do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(+)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64024" y="187452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11496" y="1874520"/>
            <a:ext cx="196596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1496" y="1874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(−)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77456" y="187452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424928" y="1874520"/>
            <a:ext cx="196596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1874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dia (−)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90888" y="187452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</a:rPr>
              <a:t>=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738360" y="1874520"/>
            <a:ext cx="196596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18745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em dinheiro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264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Lançadas automaticamente. Ninguém precisa digitar.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114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PIX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4407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Aparecem separado — não saem da gaveta.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5257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1440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 no banco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5550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manualmente (3×/semana).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457200" cy="45720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62940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29400" y="3264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Combustível, segurança, alimentação etc — campo livre.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4114800"/>
            <a:ext cx="457200" cy="45720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6294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29400" y="4407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o dinheiro físico. Sistema registra sobra ou falta.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35040" y="5257800"/>
            <a:ext cx="457200" cy="45720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629400" y="5257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29400" y="55504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 fica registrado. Dá pra ver qualquer dia passado.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× Depois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5394960" cy="457200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53949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9105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Antes — Papel + Custom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Papel na balança → erro de leitura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7249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Retrabalho: anotar, depois redigitar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Sem controle de estoque em tempo real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Caixa físico calculado no Excel (ou na memória)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2611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Histórico de catadores inexistente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7731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Programa pago, sem customização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2852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Cancelar = risco de inconsistência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539496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54480"/>
            <a:ext cx="539496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591056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Depois — VJA Reciclagem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212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Balança touch → lança na hora, sem papel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27249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único: balança já é o sistema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32369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Estoque atualiza automaticamente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Caixa calculado pelo sistema, com sobra/falta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42611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Histórico completo de cada catador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0" y="47731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Sistema próprio, sem mensalidade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17920" y="52852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Cancelamento reverte o estoque automaticamente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vê só o que precisa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54480"/>
            <a:ext cx="347472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1965960" y="21945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2176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do pátio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 compras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43891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Vê catálogo de materiais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5800" y="49834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acessa caixa ou financeiro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554480"/>
            <a:ext cx="3474720" cy="548640"/>
          </a:xfrm>
          <a:prstGeom prst="rect">
            <a:avLst/>
          </a:prstGeom>
          <a:solidFill>
            <a:srgbClr val="C49A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0" y="2194560"/>
            <a:ext cx="594360" cy="594360"/>
          </a:xfrm>
          <a:prstGeom prst="ellipse">
            <a:avLst/>
          </a:prstGeom>
          <a:solidFill>
            <a:srgbClr val="C49A00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176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9768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administrativa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7947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Confere e confirma compras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80560" y="43891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Lança saques e despesas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80560" y="49834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Controla o caixa do dia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2440" y="1554480"/>
            <a:ext cx="3474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1554480"/>
            <a:ext cx="3474720" cy="548640"/>
          </a:xfrm>
          <a:prstGeom prst="rect">
            <a:avLst/>
          </a:prstGeom>
          <a:solidFill>
            <a:srgbClr val="0C2436"/>
          </a:solidFill>
          <a:ln/>
        </p:spPr>
      </p:sp>
      <p:sp>
        <p:nvSpPr>
          <p:cNvPr id="27" name="Shape 25"/>
          <p:cNvSpPr/>
          <p:nvPr/>
        </p:nvSpPr>
        <p:spPr>
          <a:xfrm>
            <a:off x="9555480" y="2194560"/>
            <a:ext cx="594360" cy="594360"/>
          </a:xfrm>
          <a:prstGeom prst="ellipse">
            <a:avLst/>
          </a:prstGeom>
          <a:solidFill>
            <a:srgbClr val="0C2436"/>
          </a:solidFill>
          <a:ln/>
        </p:spPr>
      </p:sp>
      <p:sp>
        <p:nvSpPr>
          <p:cNvPr id="28" name="Text 26"/>
          <p:cNvSpPr/>
          <p:nvPr/>
        </p:nvSpPr>
        <p:spPr>
          <a:xfrm>
            <a:off x="9555480" y="21762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092440" y="2926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092440" y="3337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Gestores / João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37947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Acesso completo ao sistema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75320" y="438912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Cadastra materiais e pessoas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75320" y="49834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Painel com visão geral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0040" y="6263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e-mail e senha · Acesso pelo celular, tablet ou computador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11521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a seguir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3630168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3630168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17904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Concluído ✓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Login e perfis por papel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Catálogo de materiais e catadores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Tela da balança touch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352544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Conferência do dia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5102352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Caixa físico diário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78808" y="1481328"/>
            <a:ext cx="3630168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78808" y="1481328"/>
            <a:ext cx="3630168" cy="457200"/>
          </a:xfrm>
          <a:prstGeom prst="rect">
            <a:avLst/>
          </a:prstGeom>
          <a:solidFill>
            <a:srgbClr val="C49A00"/>
          </a:solidFill>
          <a:ln/>
        </p:spPr>
      </p:sp>
      <p:sp>
        <p:nvSpPr>
          <p:cNvPr id="17" name="Text 15"/>
          <p:cNvSpPr/>
          <p:nvPr/>
        </p:nvSpPr>
        <p:spPr>
          <a:xfrm>
            <a:off x="4270248" y="1517904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Em andamento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15968" y="21031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Módulo de vendas (saída de estoque)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15968" y="285292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Contas a pagar / receber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15968" y="360273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Relatório por catador / material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15968" y="4352544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Alerta de estoque baixo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37576" y="1481328"/>
            <a:ext cx="3630168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18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37576" y="1481328"/>
            <a:ext cx="3630168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8129016" y="1517904"/>
            <a:ext cx="3447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Futuro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74736" y="210312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Relatórios financeiros (DRE)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74736" y="285292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Controle de frota / combustível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74736" y="360273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no celular (modo offline)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74736" y="4352544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C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Balança digital integrada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"/>
            <a:ext cx="112471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♻️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começar.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está funcionando.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custo de licença. Nenhum retrabalho.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097280" y="3749040"/>
            <a:ext cx="3017520" cy="1508760"/>
          </a:xfrm>
          <a:prstGeom prst="rect">
            <a:avLst/>
          </a:prstGeom>
          <a:solidFill>
            <a:srgbClr val="0C24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794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envolvido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749040"/>
            <a:ext cx="3017520" cy="1508760"/>
          </a:xfrm>
          <a:prstGeom prst="rect">
            <a:avLst/>
          </a:prstGeom>
          <a:solidFill>
            <a:srgbClr val="0C24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794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4572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749040"/>
            <a:ext cx="3017520" cy="1508760"/>
          </a:xfrm>
          <a:prstGeom prst="rect">
            <a:avLst/>
          </a:prstGeom>
          <a:solidFill>
            <a:srgbClr val="0C243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3794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4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046720" y="4572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do caixa físico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Teixeira de Ávila · joaopedroteixeiradeavila@gmail.com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2026-06-03T12:35:32Z</dcterms:created>
  <dcterms:modified xsi:type="dcterms:W3CDTF">2026-06-03T12:35:32Z</dcterms:modified>
</cp:coreProperties>
</file>